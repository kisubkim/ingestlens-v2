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생산량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1월</c:v>
                </c:pt>
                <c:pt idx="1">
                  <c:v>2월</c:v>
                </c:pt>
                <c:pt idx="2">
                  <c:v>3월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</c:v>
                </c:pt>
                <c:pt idx="1">
                  <c:v>135</c:v>
                </c:pt>
                <c:pt idx="2">
                  <c:v>150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 노트: 이 슬라이드에서는 배경을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문서 자동 분석 파이프라인</a:t>
            </a:r>
          </a:p>
          <a:p>
            <a:pPr lvl="1"/>
            <a:r>
              <a:t>폐쇄망 vLLM 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월별 생산량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점검 결과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결과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온도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정상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압력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주의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71600"/>
            <a:ext cx="1143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